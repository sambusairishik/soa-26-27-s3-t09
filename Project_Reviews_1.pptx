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257" r:id="rId7"/>
    <p:sldId id="903" r:id="rId8"/>
    <p:sldId id="902" r:id="rId9"/>
    <p:sldId id="258" r:id="rId10"/>
    <p:sldId id="259" r:id="rId11"/>
    <p:sldId id="260" r:id="rId12"/>
    <p:sldId id="904" r:id="rId13"/>
    <p:sldId id="90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Chaitanya – 2420030721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Sai Rishik -2420030121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Vaman - 2420030736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Venkateswari</a:t>
                      </a: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Mam</a:t>
                      </a:r>
                      <a:endParaRPr lang="en-IN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 and HR Resume Management System for Efficient Hiring</a:t>
            </a:r>
            <a:endParaRPr lang="en-US" alt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  <a:endParaRPr kumimoji="0" lang="en-IN" sz="3600" b="1" i="0" u="none" strike="noStrike" kern="1200" cap="none" spc="0" normalizeH="0" baseline="0" noProof="0" dirty="0">
              <a:ln w="0"/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4737" y="1399980"/>
            <a:ext cx="83967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Introduction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Problem Statement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Research Objectives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Literature Survey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Problem Gap Identification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Innovation, Creativity, and Novelty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Challenges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Feasibility and Project Plan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Conclusion and Future Work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References</a:t>
            </a:r>
            <a:endParaRPr lang="en-IN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4065" y="1347018"/>
            <a:ext cx="89080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Manual resume screening requires considerable time and effort.</a:t>
            </a:r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information may be scattered across different files and platforms.</a:t>
            </a:r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Searching and filtering suitable candidates can be difficult.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Tracking candidates through different recruitment stages is challenging.</a:t>
            </a:r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Managing job postings and applications manually can lead to errors.</a:t>
            </a:r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Lack of centralized recruitment information reduces overall hiring efficiency.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4736" y="1371140"/>
            <a:ext cx="89866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develop a centralized system for managing candidate resumes and recruitment information.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efficient resume uploading, storage, retrieval, and management.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allow HR recruiters to create and manage job postings.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candidate search and filtering based on skills, qualifications, and experience.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track candidates throughout different recruitment stages.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reduce repetitive manual activities in the recruitment process.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improve communication between candidates and recruiters through notifications.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design a scalable and maintainable system using SOA and microservices.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646" y="689466"/>
          <a:ext cx="11642705" cy="4716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/>
                <a:gridCol w="2275288"/>
                <a:gridCol w="2476109"/>
                <a:gridCol w="2936588"/>
                <a:gridCol w="2865714"/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Gan et al. 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Application of LLM Agents in Recruitment: A Novel Framework for Automated Resume Screening</a:t>
                      </a:r>
                      <a:r>
                        <a:rPr lang="en-IN" sz="1400" dirty="0"/>
                        <a:t>, 2024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NLP-based </a:t>
                      </a:r>
                      <a:endParaRPr lang="en-IN" sz="1400" dirty="0"/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resume processing </a:t>
                      </a:r>
                      <a:endParaRPr lang="en-IN" sz="1400" dirty="0"/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LLM agents for resume summarization, grading and decision-making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framework automates resume screening and was reported to be </a:t>
                      </a:r>
                      <a:r>
                        <a:rPr lang="en-IN" sz="1400" b="1" dirty="0"/>
                        <a:t>11 times faster</a:t>
                      </a:r>
                      <a:r>
                        <a:rPr lang="en-IN" sz="1400" dirty="0"/>
                        <a:t> than manual screening. Fine-tuned models achieved an </a:t>
                      </a:r>
                      <a:r>
                        <a:rPr lang="en-IN" sz="1400" b="1" dirty="0"/>
                        <a:t>87.73% F1 score</a:t>
                      </a:r>
                      <a:r>
                        <a:rPr lang="en-IN" sz="1400" dirty="0"/>
                        <a:t> for resume sentence classification.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study focuses mainly on automated resume screening. Future work can integrate screening with complete recruitment workflows such as job posting, application tracking and HR management.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Chavan et al.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Enhancing Recruitment Efficiency: An Advanced Applicant Tracking System (ATS)</a:t>
                      </a:r>
                      <a:r>
                        <a:rPr lang="en-IN" sz="1400" dirty="0"/>
                        <a:t>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Natural Language Processing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KNN algorithm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Automated resume parsing and classification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Applicant tracking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ATS improves recruitment activities including candidate screening, interview scheduling and hiring-process management.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work focuses mainly on ATS functionality. A modular SOA/microservice architecture can improve scalability and independent service management.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Paranthaman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Resume Screening Automation: Enhancing Recruitment Efficiency with Machine Learning Algorithms</a:t>
                      </a:r>
                      <a:r>
                        <a:rPr lang="en-IN" sz="1400" dirty="0"/>
                        <a:t>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NLP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Machine Learning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Random Forest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Support Vector Machine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automated system uses contextual information from resumes and job descriptions and reported </a:t>
                      </a:r>
                      <a:r>
                        <a:rPr lang="en-IN" sz="1400" b="1" dirty="0"/>
                        <a:t>88.3% accuracy, 90.1% precision and 86.7% recall</a:t>
                      </a:r>
                      <a:r>
                        <a:rPr lang="en-IN" sz="1400" dirty="0"/>
                        <a:t>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Automated screening can still face issues related to data imbalance and fairness. Future systems should include human oversight and broader recruitment functionality.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1277" y="1327354"/>
            <a:ext cx="97381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Identified Gaps: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Many traditional recruitment processes depend heavily on manual resume handling.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and job information may not be maintained in a single centralized system.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Resume management and application tracking are often handled as separate activities.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Recruiters need faster methods to search and filter candidates.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Recruitment systems may lack a flexible service-based architecture.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Communication and application-status updates can be difficult to manage manually.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Proposed Solution:</a:t>
            </a:r>
            <a:endParaRPr lang="en-IN" b="1" dirty="0"/>
          </a:p>
          <a:p>
            <a:pPr>
              <a:buNone/>
            </a:pPr>
            <a:r>
              <a:rPr lang="en-IN" dirty="0"/>
              <a:t>The proposed system addresses these gaps by integrating: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Resume Management + Job Posting + Candidate Management + Application Tracking + Notifications</a:t>
            </a:r>
            <a:endParaRPr lang="en-IN" dirty="0"/>
          </a:p>
          <a:p>
            <a:pPr>
              <a:buNone/>
            </a:pPr>
            <a:r>
              <a:rPr lang="en-IN" dirty="0"/>
              <a:t>within a </a:t>
            </a:r>
            <a:r>
              <a:rPr lang="en-IN" b="1" dirty="0"/>
              <a:t>service-oriented and microservice-based architecture</a:t>
            </a:r>
            <a:r>
              <a:rPr lang="en-IN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605" y="1312004"/>
            <a:ext cx="108147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SOA and microservice architecture</a:t>
            </a:r>
            <a:r>
              <a:rPr lang="en-IN" dirty="0"/>
              <a:t> for recruitment management.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Divides the system into independent services.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centralized resume and candidate management.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Supports structured application tracking.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Creativity: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Simple interface for both candidates and HR recruiters.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search and filtering based on relevant information.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Organized recruitment workflow from application to selection.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notifications for important application updates.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Novelty:</a:t>
            </a:r>
            <a:endParaRPr lang="en-IN" b="1" dirty="0"/>
          </a:p>
          <a:p>
            <a:pPr>
              <a:buNone/>
            </a:pPr>
            <a:r>
              <a:rPr lang="en-IN" dirty="0"/>
              <a:t>The key novelty of the proposed system is the </a:t>
            </a:r>
            <a:r>
              <a:rPr lang="en-IN" b="1" dirty="0"/>
              <a:t>integration of resume management and complete recruitment workflow into a modular microservice-based platform</a:t>
            </a:r>
            <a:r>
              <a:rPr lang="en-IN" dirty="0"/>
              <a:t>.</a:t>
            </a:r>
            <a:endParaRPr lang="en-IN" dirty="0"/>
          </a:p>
          <a:p>
            <a:pPr>
              <a:buNone/>
            </a:pPr>
            <a:r>
              <a:rPr lang="en-IN" dirty="0"/>
              <a:t>The architecture allows individual services such as Resume Management, Job Posting, Candidate Management, and Application Tracking to be developed and maintained independently.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6245" y="1376515"/>
            <a:ext cx="94431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Feasibility</a:t>
            </a:r>
            <a:endParaRPr lang="en-IN" b="1" dirty="0"/>
          </a:p>
          <a:p>
            <a:pPr>
              <a:buNone/>
            </a:pPr>
            <a:r>
              <a:rPr lang="en-IN" b="1" dirty="0"/>
              <a:t>Technical Feasibility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 be implemented using web technologies and REST APIs.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Microservices can be developed and tested independently.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 systems can be used for structured candidate and recruitment data.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Economic Feasibility</a:t>
            </a:r>
            <a:endParaRPr lang="en-IN" b="1" dirty="0"/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can be developed using open-source development tools and frameworks.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expensive hardware is required.</a:t>
            </a:r>
            <a:endParaRPr lang="en-IN" dirty="0"/>
          </a:p>
          <a:p>
            <a:pPr>
              <a:buNone/>
            </a:pPr>
            <a:r>
              <a:rPr lang="en-IN" b="1" dirty="0"/>
              <a:t>Operational Feasibility</a:t>
            </a:r>
            <a:endParaRPr lang="en-IN" b="1" dirty="0"/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Candidates can easily upload resumes and apply for jobs.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HR recruiters can manage job postings, candidates, and applications through a centralized interface.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4903" y="373626"/>
            <a:ext cx="823943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Project Plan</a:t>
            </a:r>
            <a:endParaRPr lang="en-IN" sz="2000" b="1" dirty="0"/>
          </a:p>
          <a:p>
            <a:pPr>
              <a:buNone/>
            </a:pPr>
            <a:r>
              <a:rPr lang="en-IN" b="1" dirty="0"/>
              <a:t>Phase 1 – Requirement Analysis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candidate and HR requirements.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Define system modules and workflow.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84903" y="1604732"/>
            <a:ext cx="108154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Phase 2 – System Design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 SOA/microservice architecture.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 database and API structure.</a:t>
            </a:r>
            <a:endParaRPr lang="en-IN" dirty="0"/>
          </a:p>
          <a:p>
            <a:pPr>
              <a:buNone/>
            </a:pPr>
            <a:r>
              <a:rPr lang="en-IN" b="1" dirty="0"/>
              <a:t>Phase 3 – Development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authentication and user management.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job posting and resume management services.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candidate and application tracking services.</a:t>
            </a:r>
            <a:endParaRPr lang="en-IN" dirty="0"/>
          </a:p>
          <a:p>
            <a:pPr>
              <a:buNone/>
            </a:pPr>
            <a:r>
              <a:rPr lang="en-IN" b="1" dirty="0"/>
              <a:t>Phase 4 – Integration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Connect services through APIs/API Gateway.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 database and notification services.</a:t>
            </a:r>
            <a:endParaRPr lang="en-IN" dirty="0"/>
          </a:p>
          <a:p>
            <a:pPr>
              <a:buNone/>
            </a:pPr>
            <a:r>
              <a:rPr lang="en-IN" b="1" dirty="0"/>
              <a:t>Phase 5 – Testing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 unit, integration, and system testing.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and fix errors.</a:t>
            </a:r>
            <a:endParaRPr lang="en-IN" dirty="0"/>
          </a:p>
          <a:p>
            <a:pPr>
              <a:buNone/>
            </a:pPr>
            <a:r>
              <a:rPr lang="en-IN" b="1" dirty="0"/>
              <a:t>Phase 6 – Deployment &amp; Evaluation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Deploy the application.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Evaluate system performance and usability.</a:t>
            </a:r>
            <a:endParaRPr lang="en-IN" dirty="0"/>
          </a:p>
          <a:p>
            <a:pPr>
              <a:buNone/>
            </a:pPr>
            <a:r>
              <a:rPr lang="en-IN" b="1" dirty="0"/>
              <a:t>Expected Outcome</a:t>
            </a:r>
            <a:endParaRPr lang="en-IN" b="1" dirty="0"/>
          </a:p>
          <a:p>
            <a:pPr>
              <a:buNone/>
            </a:pPr>
            <a:r>
              <a:rPr lang="en-IN" dirty="0"/>
              <a:t>A centralized, scalable, and efficient recruitment platform that reduces manual resume management and helps HR recruiters manage candidates and hiring activities more effectively.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1496"/>
            <a:ext cx="12192000" cy="64750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6183</Words>
  <Application>WPS Presentation</Application>
  <PresentationFormat>Widescreen</PresentationFormat>
  <Paragraphs>195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Cambria</vt:lpstr>
      <vt:lpstr>Arial</vt:lpstr>
      <vt:lpstr>Calibri</vt:lpstr>
      <vt:lpstr>Poppins</vt:lpstr>
      <vt:lpstr>Segoe Print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Sai Rishik Sambu</cp:lastModifiedBy>
  <cp:revision>34</cp:revision>
  <dcterms:created xsi:type="dcterms:W3CDTF">2026-08-08T06:33:00Z</dcterms:created>
  <dcterms:modified xsi:type="dcterms:W3CDTF">2026-08-18T08:57:49Z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D269073B80C941D186C57D2ABCA8CFF6_12</vt:lpwstr>
  </property>
  <property fmtid="{D5CDD505-2E9C-101B-9397-08002B2CF9AE}" pid="3" name="KSOProductBuildVer">
    <vt:lpwstr>1033-12.1.0.28032</vt:lpwstr>
  </property>
</Properties>
</file>